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25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95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70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61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52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42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30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07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30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24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9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6CD6B-27CA-4D00-BBE2-12594F0BBE24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57700-4ACE-4E24-9999-46932D138D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43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1440390" y="1071590"/>
            <a:ext cx="8812742" cy="3547533"/>
            <a:chOff x="-880534" y="-293351"/>
            <a:chExt cx="12748530" cy="5063066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" t="11219" r="2453" b="14090"/>
            <a:stretch/>
          </p:blipFill>
          <p:spPr>
            <a:xfrm rot="5400000">
              <a:off x="-740834" y="-258233"/>
              <a:ext cx="4842934" cy="5122333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3" t="3044" r="7255" b="6786"/>
            <a:stretch/>
          </p:blipFill>
          <p:spPr>
            <a:xfrm>
              <a:off x="3664083" y="-293351"/>
              <a:ext cx="8203913" cy="50630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892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/>
          <p:cNvGrpSpPr/>
          <p:nvPr/>
        </p:nvGrpSpPr>
        <p:grpSpPr>
          <a:xfrm>
            <a:off x="1478490" y="1474838"/>
            <a:ext cx="9780060" cy="3479114"/>
            <a:chOff x="1478490" y="1474838"/>
            <a:chExt cx="9780060" cy="3479114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4880" y="1474838"/>
              <a:ext cx="6503670" cy="3479114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1" t="11219" r="2453" b="14090"/>
            <a:stretch/>
          </p:blipFill>
          <p:spPr>
            <a:xfrm rot="5400000">
              <a:off x="1550023" y="1498872"/>
              <a:ext cx="3287979" cy="34310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982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Группа 77"/>
          <p:cNvGrpSpPr/>
          <p:nvPr/>
        </p:nvGrpSpPr>
        <p:grpSpPr>
          <a:xfrm>
            <a:off x="1891512" y="452175"/>
            <a:ext cx="7880277" cy="6030675"/>
            <a:chOff x="1891512" y="452175"/>
            <a:chExt cx="7880277" cy="6030675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86" t="16445" r="1407" b="11666"/>
            <a:stretch/>
          </p:blipFill>
          <p:spPr>
            <a:xfrm>
              <a:off x="3940849" y="2756670"/>
              <a:ext cx="3708903" cy="372618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3827064" y="452175"/>
              <a:ext cx="2186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DC-DC </a:t>
              </a:r>
              <a:r>
                <a:rPr lang="ru-RU" dirty="0" smtClean="0"/>
                <a:t>понижающий</a:t>
              </a:r>
              <a:endParaRPr lang="ru-RU" dirty="0"/>
            </a:p>
          </p:txBody>
        </p: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821" y="1207269"/>
              <a:ext cx="1171575" cy="8382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441268" y="452175"/>
              <a:ext cx="17169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Сервопривод 1</a:t>
              </a:r>
            </a:p>
            <a:p>
              <a:r>
                <a:rPr lang="ru-RU" dirty="0" smtClean="0"/>
                <a:t>(сброс, камера)</a:t>
              </a:r>
              <a:endParaRPr lang="ru-RU" dirty="0"/>
            </a:p>
          </p:txBody>
        </p:sp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3683138" y="919615"/>
              <a:ext cx="2474476" cy="1343024"/>
            </a:xfrm>
            <a:prstGeom prst="rect">
              <a:avLst/>
            </a:prstGeom>
          </p:spPr>
        </p:pic>
        <p:cxnSp>
          <p:nvCxnSpPr>
            <p:cNvPr id="9" name="Соединительная линия уступом 8"/>
            <p:cNvCxnSpPr/>
            <p:nvPr/>
          </p:nvCxnSpPr>
          <p:spPr>
            <a:xfrm>
              <a:off x="6016875" y="1118370"/>
              <a:ext cx="812800" cy="287867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Соединительная линия уступом 12"/>
            <p:cNvCxnSpPr/>
            <p:nvPr/>
          </p:nvCxnSpPr>
          <p:spPr>
            <a:xfrm flipV="1">
              <a:off x="5907921" y="1831687"/>
              <a:ext cx="921754" cy="213782"/>
            </a:xfrm>
            <a:prstGeom prst="bentConnector3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Соединительная линия уступом 16"/>
            <p:cNvCxnSpPr/>
            <p:nvPr/>
          </p:nvCxnSpPr>
          <p:spPr>
            <a:xfrm rot="5400000" flipH="1" flipV="1">
              <a:off x="5692153" y="2303017"/>
              <a:ext cx="1821393" cy="468098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28" name="Рисунок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397" y="1207269"/>
              <a:ext cx="1171575" cy="8382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054844" y="452175"/>
              <a:ext cx="17169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Сервопривод 2</a:t>
              </a:r>
              <a:br>
                <a:rPr lang="ru-RU" dirty="0" smtClean="0"/>
              </a:br>
              <a:r>
                <a:rPr lang="ru-RU" dirty="0" smtClean="0"/>
                <a:t>(сброс, камера)</a:t>
              </a:r>
              <a:endParaRPr lang="ru-RU" dirty="0"/>
            </a:p>
          </p:txBody>
        </p:sp>
        <p:cxnSp>
          <p:nvCxnSpPr>
            <p:cNvPr id="35" name="Прямая соединительная линия 34"/>
            <p:cNvCxnSpPr/>
            <p:nvPr/>
          </p:nvCxnSpPr>
          <p:spPr>
            <a:xfrm flipV="1">
              <a:off x="5847687" y="2427316"/>
              <a:ext cx="0" cy="1020447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>
              <a:off x="5847687" y="2427316"/>
              <a:ext cx="2381474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/>
            <p:nvPr/>
          </p:nvCxnSpPr>
          <p:spPr>
            <a:xfrm flipV="1">
              <a:off x="8229162" y="1626369"/>
              <a:ext cx="0" cy="800947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/>
            <p:cNvCxnSpPr/>
            <p:nvPr/>
          </p:nvCxnSpPr>
          <p:spPr>
            <a:xfrm>
              <a:off x="8229162" y="1626369"/>
              <a:ext cx="289906" cy="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/>
            <p:cNvCxnSpPr/>
            <p:nvPr/>
          </p:nvCxnSpPr>
          <p:spPr>
            <a:xfrm flipV="1">
              <a:off x="6697980" y="1207269"/>
              <a:ext cx="0" cy="1989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/>
            <p:cNvCxnSpPr/>
            <p:nvPr/>
          </p:nvCxnSpPr>
          <p:spPr>
            <a:xfrm>
              <a:off x="6697980" y="1207269"/>
              <a:ext cx="153118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>
              <a:off x="8229162" y="1207269"/>
              <a:ext cx="0" cy="1989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/>
            <p:cNvCxnSpPr/>
            <p:nvPr/>
          </p:nvCxnSpPr>
          <p:spPr>
            <a:xfrm>
              <a:off x="8229161" y="1406237"/>
              <a:ext cx="25180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/>
          </p:nvCxnSpPr>
          <p:spPr>
            <a:xfrm>
              <a:off x="6368798" y="2045469"/>
              <a:ext cx="204341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 flipV="1">
              <a:off x="8412215" y="1831687"/>
              <a:ext cx="0" cy="21378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>
              <a:off x="8414293" y="1831687"/>
              <a:ext cx="666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Скругленный прямоугольник 63"/>
            <p:cNvSpPr/>
            <p:nvPr/>
          </p:nvSpPr>
          <p:spPr>
            <a:xfrm>
              <a:off x="1891512" y="2427316"/>
              <a:ext cx="1564825" cy="405553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АКБ БпЛА</a:t>
              </a:r>
              <a:endParaRPr lang="ru-RU" dirty="0"/>
            </a:p>
          </p:txBody>
        </p:sp>
        <p:cxnSp>
          <p:nvCxnSpPr>
            <p:cNvPr id="66" name="Прямая соединительная линия 65"/>
            <p:cNvCxnSpPr/>
            <p:nvPr/>
          </p:nvCxnSpPr>
          <p:spPr>
            <a:xfrm flipV="1">
              <a:off x="3052028" y="2045469"/>
              <a:ext cx="0" cy="38184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/>
          </p:nvCxnSpPr>
          <p:spPr>
            <a:xfrm>
              <a:off x="3052028" y="2045469"/>
              <a:ext cx="66926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/>
          </p:nvCxnSpPr>
          <p:spPr>
            <a:xfrm flipH="1" flipV="1">
              <a:off x="2274788" y="1306753"/>
              <a:ext cx="7620" cy="112056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>
              <a:off x="2274788" y="1306753"/>
              <a:ext cx="152759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253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/>
          <p:cNvGrpSpPr/>
          <p:nvPr/>
        </p:nvGrpSpPr>
        <p:grpSpPr>
          <a:xfrm>
            <a:off x="1891512" y="452175"/>
            <a:ext cx="7914034" cy="6123885"/>
            <a:chOff x="1891512" y="452175"/>
            <a:chExt cx="7914034" cy="6123885"/>
          </a:xfrm>
        </p:grpSpPr>
        <p:grpSp>
          <p:nvGrpSpPr>
            <p:cNvPr id="78" name="Группа 77"/>
            <p:cNvGrpSpPr/>
            <p:nvPr/>
          </p:nvGrpSpPr>
          <p:grpSpPr>
            <a:xfrm>
              <a:off x="1891512" y="452175"/>
              <a:ext cx="7880277" cy="6030675"/>
              <a:chOff x="1891512" y="452175"/>
              <a:chExt cx="7880277" cy="6030675"/>
            </a:xfrm>
          </p:grpSpPr>
          <p:pic>
            <p:nvPicPr>
              <p:cNvPr id="4" name="Рисунок 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6" t="16445" r="1407" b="11666"/>
              <a:stretch/>
            </p:blipFill>
            <p:spPr>
              <a:xfrm>
                <a:off x="3940849" y="2756670"/>
                <a:ext cx="3708903" cy="3726180"/>
              </a:xfrm>
              <a:prstGeom prst="rect">
                <a:avLst/>
              </a:prstGeom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3827064" y="558115"/>
                <a:ext cx="21866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DC-DC </a:t>
                </a:r>
                <a:r>
                  <a:rPr lang="ru-RU" dirty="0" smtClean="0"/>
                  <a:t>понижающий</a:t>
                </a:r>
                <a:endParaRPr lang="ru-RU" dirty="0"/>
              </a:p>
            </p:txBody>
          </p:sp>
          <p:pic>
            <p:nvPicPr>
              <p:cNvPr id="6" name="Рисунок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8821" y="1207269"/>
                <a:ext cx="1171575" cy="838200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6441268" y="452175"/>
                <a:ext cx="17169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Сервопривод 1</a:t>
                </a:r>
              </a:p>
              <a:p>
                <a:r>
                  <a:rPr lang="ru-RU" dirty="0" smtClean="0"/>
                  <a:t>(сброс, камера)</a:t>
                </a:r>
                <a:endParaRPr lang="ru-RU" dirty="0"/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3683138" y="919615"/>
                <a:ext cx="2474476" cy="1343024"/>
              </a:xfrm>
              <a:prstGeom prst="rect">
                <a:avLst/>
              </a:prstGeom>
            </p:spPr>
          </p:pic>
          <p:cxnSp>
            <p:nvCxnSpPr>
              <p:cNvPr id="9" name="Соединительная линия уступом 8"/>
              <p:cNvCxnSpPr/>
              <p:nvPr/>
            </p:nvCxnSpPr>
            <p:spPr>
              <a:xfrm>
                <a:off x="6016875" y="1118370"/>
                <a:ext cx="812800" cy="287867"/>
              </a:xfrm>
              <a:prstGeom prst="bentConnector3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Соединительная линия уступом 12"/>
              <p:cNvCxnSpPr/>
              <p:nvPr/>
            </p:nvCxnSpPr>
            <p:spPr>
              <a:xfrm flipV="1">
                <a:off x="5907921" y="1831687"/>
                <a:ext cx="921754" cy="213782"/>
              </a:xfrm>
              <a:prstGeom prst="bentConnector3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Соединительная линия уступом 16"/>
              <p:cNvCxnSpPr/>
              <p:nvPr/>
            </p:nvCxnSpPr>
            <p:spPr>
              <a:xfrm rot="5400000" flipH="1" flipV="1">
                <a:off x="5692153" y="2303017"/>
                <a:ext cx="1821393" cy="468098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397" y="1207269"/>
                <a:ext cx="1171575" cy="838200"/>
              </a:xfrm>
              <a:prstGeom prst="rect">
                <a:avLst/>
              </a:prstGeom>
            </p:spPr>
          </p:pic>
          <p:sp>
            <p:nvSpPr>
              <p:cNvPr id="29" name="TextBox 28"/>
              <p:cNvSpPr txBox="1"/>
              <p:nvPr/>
            </p:nvSpPr>
            <p:spPr>
              <a:xfrm>
                <a:off x="8054844" y="452175"/>
                <a:ext cx="17169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Сервопривод 2</a:t>
                </a:r>
                <a:br>
                  <a:rPr lang="ru-RU" dirty="0" smtClean="0"/>
                </a:br>
                <a:r>
                  <a:rPr lang="ru-RU" dirty="0" smtClean="0"/>
                  <a:t>(сброс, камера)</a:t>
                </a:r>
                <a:endParaRPr lang="ru-RU" dirty="0"/>
              </a:p>
            </p:txBody>
          </p:sp>
          <p:cxnSp>
            <p:nvCxnSpPr>
              <p:cNvPr id="35" name="Прямая соединительная линия 34"/>
              <p:cNvCxnSpPr/>
              <p:nvPr/>
            </p:nvCxnSpPr>
            <p:spPr>
              <a:xfrm flipV="1">
                <a:off x="5847687" y="2427316"/>
                <a:ext cx="0" cy="1020447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7" name="Прямая соединительная линия 36"/>
              <p:cNvCxnSpPr/>
              <p:nvPr/>
            </p:nvCxnSpPr>
            <p:spPr>
              <a:xfrm>
                <a:off x="5847687" y="2427316"/>
                <a:ext cx="2381474" cy="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/>
              <p:cNvCxnSpPr/>
              <p:nvPr/>
            </p:nvCxnSpPr>
            <p:spPr>
              <a:xfrm flipV="1">
                <a:off x="8229162" y="1626369"/>
                <a:ext cx="0" cy="800947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/>
              <p:nvPr/>
            </p:nvCxnSpPr>
            <p:spPr>
              <a:xfrm>
                <a:off x="8229162" y="1626369"/>
                <a:ext cx="289906" cy="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 flipV="1">
                <a:off x="6697980" y="1207269"/>
                <a:ext cx="0" cy="19896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/>
              <p:cNvCxnSpPr/>
              <p:nvPr/>
            </p:nvCxnSpPr>
            <p:spPr>
              <a:xfrm>
                <a:off x="6697980" y="1207269"/>
                <a:ext cx="1531181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/>
              <p:cNvCxnSpPr/>
              <p:nvPr/>
            </p:nvCxnSpPr>
            <p:spPr>
              <a:xfrm>
                <a:off x="8229162" y="1207269"/>
                <a:ext cx="0" cy="19896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/>
              <p:cNvCxnSpPr/>
              <p:nvPr/>
            </p:nvCxnSpPr>
            <p:spPr>
              <a:xfrm>
                <a:off x="8229161" y="1406237"/>
                <a:ext cx="251807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Прямая соединительная линия 57"/>
              <p:cNvCxnSpPr/>
              <p:nvPr/>
            </p:nvCxnSpPr>
            <p:spPr>
              <a:xfrm>
                <a:off x="6368798" y="2045469"/>
                <a:ext cx="2043417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/>
              <p:cNvCxnSpPr/>
              <p:nvPr/>
            </p:nvCxnSpPr>
            <p:spPr>
              <a:xfrm flipV="1">
                <a:off x="8412215" y="1831687"/>
                <a:ext cx="0" cy="21378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Прямая соединительная линия 62"/>
              <p:cNvCxnSpPr/>
              <p:nvPr/>
            </p:nvCxnSpPr>
            <p:spPr>
              <a:xfrm>
                <a:off x="8414293" y="1831687"/>
                <a:ext cx="6667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Скругленный прямоугольник 63"/>
              <p:cNvSpPr/>
              <p:nvPr/>
            </p:nvSpPr>
            <p:spPr>
              <a:xfrm>
                <a:off x="1891512" y="2427316"/>
                <a:ext cx="1564825" cy="40555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АКБ БпЛА</a:t>
                </a:r>
                <a:endParaRPr lang="ru-RU" dirty="0"/>
              </a:p>
            </p:txBody>
          </p:sp>
          <p:cxnSp>
            <p:nvCxnSpPr>
              <p:cNvPr id="66" name="Прямая соединительная линия 65"/>
              <p:cNvCxnSpPr/>
              <p:nvPr/>
            </p:nvCxnSpPr>
            <p:spPr>
              <a:xfrm flipV="1">
                <a:off x="3052028" y="2045469"/>
                <a:ext cx="0" cy="38184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Прямая соединительная линия 67"/>
              <p:cNvCxnSpPr/>
              <p:nvPr/>
            </p:nvCxnSpPr>
            <p:spPr>
              <a:xfrm>
                <a:off x="3052028" y="2045469"/>
                <a:ext cx="669269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Прямая соединительная линия 69"/>
              <p:cNvCxnSpPr/>
              <p:nvPr/>
            </p:nvCxnSpPr>
            <p:spPr>
              <a:xfrm flipH="1" flipV="1">
                <a:off x="2274788" y="1306753"/>
                <a:ext cx="7620" cy="112056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Прямая соединительная линия 71"/>
              <p:cNvCxnSpPr/>
              <p:nvPr/>
            </p:nvCxnSpPr>
            <p:spPr>
              <a:xfrm>
                <a:off x="2274788" y="1306753"/>
                <a:ext cx="1527592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Прямоугольник 1"/>
            <p:cNvSpPr/>
            <p:nvPr/>
          </p:nvSpPr>
          <p:spPr>
            <a:xfrm>
              <a:off x="8693028" y="3917950"/>
              <a:ext cx="440575" cy="155811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8803178" y="5476068"/>
              <a:ext cx="45719" cy="2264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8991297" y="5476068"/>
              <a:ext cx="45719" cy="226463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6602849" y="6357938"/>
              <a:ext cx="2223188" cy="952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>
              <a:endCxn id="5" idx="2"/>
            </p:cNvCxnSpPr>
            <p:nvPr/>
          </p:nvCxnSpPr>
          <p:spPr>
            <a:xfrm flipV="1">
              <a:off x="8826037" y="5702531"/>
              <a:ext cx="1" cy="65540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>
              <a:off x="3566160" y="1306753"/>
              <a:ext cx="6981" cy="52674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>
            <a:xfrm>
              <a:off x="3573780" y="6575107"/>
              <a:ext cx="5440376" cy="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/>
            <p:cNvCxnSpPr>
              <a:endCxn id="32" idx="2"/>
            </p:cNvCxnSpPr>
            <p:nvPr/>
          </p:nvCxnSpPr>
          <p:spPr>
            <a:xfrm flipV="1">
              <a:off x="9014156" y="5702531"/>
              <a:ext cx="1" cy="87352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8021083" y="2579432"/>
              <a:ext cx="178446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 smtClean="0"/>
                <a:t>Электрический</a:t>
              </a:r>
            </a:p>
            <a:p>
              <a:pPr algn="ctr"/>
              <a:r>
                <a:rPr lang="ru-RU" dirty="0" smtClean="0"/>
                <a:t>детонатор </a:t>
              </a:r>
              <a:br>
                <a:rPr lang="ru-RU" dirty="0" smtClean="0"/>
              </a:br>
              <a:r>
                <a:rPr lang="ru-RU" dirty="0" smtClean="0"/>
                <a:t>промышленный</a:t>
              </a:r>
              <a:br>
                <a:rPr lang="ru-RU" dirty="0" smtClean="0"/>
              </a:br>
              <a:r>
                <a:rPr lang="ru-RU" dirty="0" smtClean="0"/>
                <a:t>(ЭДП, ЭД-8)</a:t>
              </a:r>
              <a:endParaRPr lang="ru-RU" dirty="0"/>
            </a:p>
          </p:txBody>
        </p:sp>
        <p:sp>
          <p:nvSpPr>
            <p:cNvPr id="36" name="Овал 35"/>
            <p:cNvSpPr/>
            <p:nvPr/>
          </p:nvSpPr>
          <p:spPr>
            <a:xfrm>
              <a:off x="3515991" y="1265834"/>
              <a:ext cx="85931" cy="799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Овал 53"/>
            <p:cNvSpPr/>
            <p:nvPr/>
          </p:nvSpPr>
          <p:spPr>
            <a:xfrm>
              <a:off x="6655014" y="1366271"/>
              <a:ext cx="85931" cy="7993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Овал 56"/>
            <p:cNvSpPr/>
            <p:nvPr/>
          </p:nvSpPr>
          <p:spPr>
            <a:xfrm>
              <a:off x="6325834" y="2005503"/>
              <a:ext cx="85931" cy="799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215014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28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18</cp:revision>
  <dcterms:created xsi:type="dcterms:W3CDTF">2025-08-22T12:18:28Z</dcterms:created>
  <dcterms:modified xsi:type="dcterms:W3CDTF">2025-08-29T11:22:39Z</dcterms:modified>
</cp:coreProperties>
</file>